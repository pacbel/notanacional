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56" y="-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31CD5-21D7-B844-77F9-4D7D4CF9C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B7EED3-A1C0-3B63-0918-45628E472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AEE2BB-2108-15C2-4466-0FF9E5B8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9210F-C02C-974A-903E-1825D685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96AA2D-9FB4-5ED2-23FE-1AB185FC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28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75282-4DC2-1A1C-2B35-88CF258E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813508-7486-FD32-CFD4-1F36E4BD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A09F15-9320-420F-02BA-66DAA1DC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9E8BD8-EB95-F686-E9E1-607B1FDC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7BE956-E49D-AB3A-BA53-781DCB00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99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08501-73CB-6C5B-6368-A33D313A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66FFF8-4AD9-60F9-20D7-1CBCFAD3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478E1D-97BE-29C3-669B-7C2B423F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15056F-698E-B2C1-F545-D682B6A2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C845A6-7038-432E-1419-A8ACFB66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72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92F4E-55EE-8BA3-0111-FCD530D1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4A4C14-B5AA-95E7-FAED-6E1ED236C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87016D-0CC0-F567-4469-FBE3461E7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102746-824F-1EA9-B08D-80D867A2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69B48A-2A1F-48F3-D5B1-8E49D126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9FCBB3-0F4F-0A48-4E1E-9AD5C613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04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0EE21-5E52-4DE9-DBB8-BCF3195BA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C6A132-EEEC-26D5-2361-5192740EF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616C59-9048-D2D1-8113-BC3DCDB40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58B32F9-102D-306D-738C-45E38D13C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DB5638-896A-3594-AC52-AE721E291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82FFD6-2E4B-D87E-1F94-CF6E16C54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59737E-1F64-AD8D-99DA-D4E5B6F2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77BFA9-E6EA-F9D0-07D6-3B4EA632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89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E676C-CED8-1A84-BAF2-70D45ABC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F49164-BBE7-6DD9-190B-E3B62F53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2F1240-447F-9410-10C5-5CC196E4E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F667EC2-2421-FFD3-A69E-2B8A8231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54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60226A-9698-A6CE-F5B2-38E8850E2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DB649A-AE5B-C477-F36C-70ABA5CF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54A47E-0279-19BE-8C2E-7C91F4B3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661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C69A1-1BD3-7ED6-F581-D6D3E556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51497D-6383-425B-4F95-662DB37E8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4DD18D-45C1-DA33-F2BE-2A942551B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9F46B2-4A20-8069-6254-C0DCBB5A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7FC733-E291-A197-78D1-AE1A9900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9B0A50-23DF-BCF6-335E-499EE4834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12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09EDE-6DD9-57CF-1511-B1D8AD64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F9EC49-FC60-EBE3-DC95-1C313FF4D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31C176-4B6A-EA4A-467F-A68D9A0A9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10C6BF-7B6B-65B6-0D16-1F569700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EAEE4F-B2CB-4F98-47E5-725E67D0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553B33-EB0A-F4AC-BD05-6272F8DD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098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DE7CA-D1B8-B7AB-92D4-E76B6E12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01F3D0-9F37-6E2E-68E8-496DD0912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060F9C-C1FB-4EF7-CADD-8D176B9E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A727D-9A56-71F6-B933-E4B8E4EB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846A7C-ACF5-C2DC-53F3-3F20CF37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80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757622-AAC0-5B80-9623-7643F5591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BF86D3-7C9C-6CF8-97A7-318AE7318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0CECD0-2BB4-DFD7-4C9F-6797EFE8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FC3E5B-AE4A-B2C0-3563-84E75512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B77C80-B71B-B2D2-DD60-0E0A0B8E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511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7F9EF19-A4CD-76E0-A5F1-FE66E8A5C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94F67F-5899-5C68-F87D-13341D4F8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86BD8-4CFD-1817-0804-C7AC82206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FE3CD-63C7-456B-B30B-CB68DCF0F602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15386C-2AD2-231A-C16C-1C3E66AD9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DE89A-8409-44DD-5CA3-093FD93C7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BFB33-0BDB-43E4-975D-D2ABEACC79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50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6AF7C54-413E-94C4-E793-C95BD1EC2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02" y="4189751"/>
            <a:ext cx="3457575" cy="6858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6A05801-1428-33FC-73A0-A9E76F8AE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" y="85724"/>
            <a:ext cx="1197864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2C8C693-6AA0-3037-8293-679E36EA735D}"/>
              </a:ext>
            </a:extLst>
          </p:cNvPr>
          <p:cNvSpPr txBox="1"/>
          <p:nvPr/>
        </p:nvSpPr>
        <p:spPr>
          <a:xfrm>
            <a:off x="7154227" y="4951721"/>
            <a:ext cx="4543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Definições Técnicas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9AE774-F20B-2290-FD40-18F4D82097F6}"/>
              </a:ext>
            </a:extLst>
          </p:cNvPr>
          <p:cNvSpPr/>
          <p:nvPr/>
        </p:nvSpPr>
        <p:spPr>
          <a:xfrm>
            <a:off x="0" y="5772150"/>
            <a:ext cx="121920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CF92C47-284E-6335-5204-F0B6E66E9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49" y="5919787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BC69689-E111-945F-17A4-315E54703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3" y="5948362"/>
            <a:ext cx="7334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67EFD61-D4C4-9069-36E6-073A42ABA7AE}"/>
              </a:ext>
            </a:extLst>
          </p:cNvPr>
          <p:cNvSpPr txBox="1"/>
          <p:nvPr/>
        </p:nvSpPr>
        <p:spPr>
          <a:xfrm>
            <a:off x="7353298" y="6048375"/>
            <a:ext cx="214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Sistema Virtual</a:t>
            </a:r>
          </a:p>
        </p:txBody>
      </p:sp>
    </p:spTree>
    <p:extLst>
      <p:ext uri="{BB962C8B-B14F-4D97-AF65-F5344CB8AC3E}">
        <p14:creationId xmlns:p14="http://schemas.microsoft.com/office/powerpoint/2010/main" val="103596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Disco Magnético 3">
            <a:extLst>
              <a:ext uri="{FF2B5EF4-FFF2-40B4-BE49-F238E27FC236}">
                <a16:creationId xmlns:a16="http://schemas.microsoft.com/office/drawing/2014/main" id="{31563A3C-BD42-A9AB-DDAF-41E7BADAFFB1}"/>
              </a:ext>
            </a:extLst>
          </p:cNvPr>
          <p:cNvSpPr/>
          <p:nvPr/>
        </p:nvSpPr>
        <p:spPr>
          <a:xfrm>
            <a:off x="10338513" y="236675"/>
            <a:ext cx="1498400" cy="1406534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SGBD MySQL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C5A1A96-7A18-F018-A2EC-723A8C269D5D}"/>
              </a:ext>
            </a:extLst>
          </p:cNvPr>
          <p:cNvGrpSpPr/>
          <p:nvPr/>
        </p:nvGrpSpPr>
        <p:grpSpPr>
          <a:xfrm>
            <a:off x="810023" y="1577787"/>
            <a:ext cx="4158254" cy="1314219"/>
            <a:chOff x="1267223" y="2052918"/>
            <a:chExt cx="4158254" cy="1314219"/>
          </a:xfrm>
        </p:grpSpPr>
        <p:sp>
          <p:nvSpPr>
            <p:cNvPr id="6" name="Fluxograma: Processo Alternativo 5">
              <a:extLst>
                <a:ext uri="{FF2B5EF4-FFF2-40B4-BE49-F238E27FC236}">
                  <a16:creationId xmlns:a16="http://schemas.microsoft.com/office/drawing/2014/main" id="{DB2CAA70-06DA-0BF5-604B-8E8929320B52}"/>
                </a:ext>
              </a:extLst>
            </p:cNvPr>
            <p:cNvSpPr/>
            <p:nvPr/>
          </p:nvSpPr>
          <p:spPr>
            <a:xfrm>
              <a:off x="2438400" y="2052918"/>
              <a:ext cx="1667435" cy="842682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Nota Nacional HUB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92050FC-3E73-15D2-F76C-DFD3CCBF6E33}"/>
                </a:ext>
              </a:extLst>
            </p:cNvPr>
            <p:cNvSpPr txBox="1"/>
            <p:nvPr/>
          </p:nvSpPr>
          <p:spPr>
            <a:xfrm>
              <a:off x="1267223" y="2997805"/>
              <a:ext cx="41582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https://notanacional-hub.virtual.app.br/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B84AC89-D584-7099-CF15-D572390C9E59}"/>
              </a:ext>
            </a:extLst>
          </p:cNvPr>
          <p:cNvGrpSpPr/>
          <p:nvPr/>
        </p:nvGrpSpPr>
        <p:grpSpPr>
          <a:xfrm>
            <a:off x="810023" y="3426819"/>
            <a:ext cx="4158254" cy="1314219"/>
            <a:chOff x="1267223" y="2052918"/>
            <a:chExt cx="4158254" cy="1314219"/>
          </a:xfrm>
        </p:grpSpPr>
        <p:sp>
          <p:nvSpPr>
            <p:cNvPr id="10" name="Fluxograma: Processo Alternativo 9">
              <a:extLst>
                <a:ext uri="{FF2B5EF4-FFF2-40B4-BE49-F238E27FC236}">
                  <a16:creationId xmlns:a16="http://schemas.microsoft.com/office/drawing/2014/main" id="{B1981163-9072-31AB-95AA-9309AE201258}"/>
                </a:ext>
              </a:extLst>
            </p:cNvPr>
            <p:cNvSpPr/>
            <p:nvPr/>
          </p:nvSpPr>
          <p:spPr>
            <a:xfrm>
              <a:off x="2438400" y="2052918"/>
              <a:ext cx="1667435" cy="842682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Nota Nacional APP Painel Cliente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9E2F080-0A72-E923-06B7-CD18C74B0E7B}"/>
                </a:ext>
              </a:extLst>
            </p:cNvPr>
            <p:cNvSpPr txBox="1"/>
            <p:nvPr/>
          </p:nvSpPr>
          <p:spPr>
            <a:xfrm>
              <a:off x="1267223" y="2997805"/>
              <a:ext cx="41582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https://app.notanacional.virtual.app.br/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ED3C13C-99DC-ECD2-90F0-126762391B3B}"/>
              </a:ext>
            </a:extLst>
          </p:cNvPr>
          <p:cNvGrpSpPr/>
          <p:nvPr/>
        </p:nvGrpSpPr>
        <p:grpSpPr>
          <a:xfrm>
            <a:off x="5297405" y="1577787"/>
            <a:ext cx="4551567" cy="1314219"/>
            <a:chOff x="1267223" y="2052918"/>
            <a:chExt cx="4551567" cy="1314219"/>
          </a:xfrm>
        </p:grpSpPr>
        <p:sp>
          <p:nvSpPr>
            <p:cNvPr id="13" name="Fluxograma: Processo Alternativo 12">
              <a:extLst>
                <a:ext uri="{FF2B5EF4-FFF2-40B4-BE49-F238E27FC236}">
                  <a16:creationId xmlns:a16="http://schemas.microsoft.com/office/drawing/2014/main" id="{01F54D99-B698-EEDA-C660-6FFBFE4E31BB}"/>
                </a:ext>
              </a:extLst>
            </p:cNvPr>
            <p:cNvSpPr/>
            <p:nvPr/>
          </p:nvSpPr>
          <p:spPr>
            <a:xfrm>
              <a:off x="2438400" y="2052918"/>
              <a:ext cx="1667435" cy="842682"/>
            </a:xfrm>
            <a:prstGeom prst="flowChartAlternateProcess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i="0" dirty="0" err="1">
                  <a:solidFill>
                    <a:srgbClr val="09090B"/>
                  </a:solidFill>
                  <a:effectLst/>
                  <a:latin typeface="Inter Variable"/>
                </a:rPr>
                <a:t>notanacional</a:t>
              </a:r>
              <a:r>
                <a:rPr lang="pt-BR" b="1" i="0">
                  <a:solidFill>
                    <a:srgbClr val="09090B"/>
                  </a:solidFill>
                  <a:effectLst/>
                  <a:latin typeface="Inter Variable"/>
                </a:rPr>
                <a:t>-hub-api</a:t>
              </a:r>
              <a:endParaRPr lang="pt-BR" dirty="0"/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B122AB88-C1E5-996E-72A9-6FB9CBA9BB51}"/>
                </a:ext>
              </a:extLst>
            </p:cNvPr>
            <p:cNvSpPr txBox="1"/>
            <p:nvPr/>
          </p:nvSpPr>
          <p:spPr>
            <a:xfrm>
              <a:off x="1267223" y="2997805"/>
              <a:ext cx="4551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https://notanacional-hub-api.virtual.app.br/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51A722C-6B32-A25A-CF58-6F22D341E3A5}"/>
              </a:ext>
            </a:extLst>
          </p:cNvPr>
          <p:cNvGrpSpPr/>
          <p:nvPr/>
        </p:nvGrpSpPr>
        <p:grpSpPr>
          <a:xfrm>
            <a:off x="6647009" y="3909943"/>
            <a:ext cx="4130874" cy="1314219"/>
            <a:chOff x="1267223" y="2052918"/>
            <a:chExt cx="4130874" cy="1314219"/>
          </a:xfrm>
        </p:grpSpPr>
        <p:sp>
          <p:nvSpPr>
            <p:cNvPr id="16" name="Fluxograma: Processo Alternativo 15">
              <a:extLst>
                <a:ext uri="{FF2B5EF4-FFF2-40B4-BE49-F238E27FC236}">
                  <a16:creationId xmlns:a16="http://schemas.microsoft.com/office/drawing/2014/main" id="{E08DF825-0E11-0567-41E1-656D72E536C4}"/>
                </a:ext>
              </a:extLst>
            </p:cNvPr>
            <p:cNvSpPr/>
            <p:nvPr/>
          </p:nvSpPr>
          <p:spPr>
            <a:xfrm>
              <a:off x="2438400" y="2052918"/>
              <a:ext cx="1667435" cy="842682"/>
            </a:xfrm>
            <a:prstGeom prst="flowChartAlternateProcess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APP API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C62B769-6804-B0BB-8412-1FD3B4711E22}"/>
                </a:ext>
              </a:extLst>
            </p:cNvPr>
            <p:cNvSpPr txBox="1"/>
            <p:nvPr/>
          </p:nvSpPr>
          <p:spPr>
            <a:xfrm>
              <a:off x="1267223" y="2997805"/>
              <a:ext cx="4130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https://app.notanacional.virtual.app.br/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C6ABA0D-5EEE-603B-DBA5-6FC580E099C4}"/>
              </a:ext>
            </a:extLst>
          </p:cNvPr>
          <p:cNvGrpSpPr/>
          <p:nvPr/>
        </p:nvGrpSpPr>
        <p:grpSpPr>
          <a:xfrm>
            <a:off x="810023" y="5092091"/>
            <a:ext cx="3701975" cy="1314219"/>
            <a:chOff x="1267223" y="2052918"/>
            <a:chExt cx="3701975" cy="1314219"/>
          </a:xfrm>
        </p:grpSpPr>
        <p:sp>
          <p:nvSpPr>
            <p:cNvPr id="19" name="Fluxograma: Processo Alternativo 18">
              <a:extLst>
                <a:ext uri="{FF2B5EF4-FFF2-40B4-BE49-F238E27FC236}">
                  <a16:creationId xmlns:a16="http://schemas.microsoft.com/office/drawing/2014/main" id="{0410FBED-F1C1-3D65-EE6F-0B846E9CFB17}"/>
                </a:ext>
              </a:extLst>
            </p:cNvPr>
            <p:cNvSpPr/>
            <p:nvPr/>
          </p:nvSpPr>
          <p:spPr>
            <a:xfrm>
              <a:off x="2438400" y="2052918"/>
              <a:ext cx="1667435" cy="842682"/>
            </a:xfrm>
            <a:prstGeom prst="flowChartAlternate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Nota Nacional Landing Page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83815918-4898-BA47-E569-E693F14F63F4}"/>
                </a:ext>
              </a:extLst>
            </p:cNvPr>
            <p:cNvSpPr txBox="1"/>
            <p:nvPr/>
          </p:nvSpPr>
          <p:spPr>
            <a:xfrm>
              <a:off x="1267223" y="2997805"/>
              <a:ext cx="3701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https://notanacional.virtual.app.br/</a:t>
              </a:r>
            </a:p>
          </p:txBody>
        </p:sp>
      </p:grp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C49D2AA9-9A62-7B27-C130-E3E4B637BCFB}"/>
              </a:ext>
            </a:extLst>
          </p:cNvPr>
          <p:cNvCxnSpPr>
            <a:stCxn id="10" idx="3"/>
            <a:endCxn id="14" idx="2"/>
          </p:cNvCxnSpPr>
          <p:nvPr/>
        </p:nvCxnSpPr>
        <p:spPr>
          <a:xfrm flipV="1">
            <a:off x="3648635" y="2892006"/>
            <a:ext cx="3924554" cy="9561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8246BB13-85E1-EE64-B3BB-6302152E161D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3648635" y="1999128"/>
            <a:ext cx="28199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76262BCD-C833-3741-1FF5-D6036EAC1752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3648635" y="3848160"/>
            <a:ext cx="4169551" cy="48312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6C40A083-5FB9-6E79-D23E-E4531172C9EC}"/>
              </a:ext>
            </a:extLst>
          </p:cNvPr>
          <p:cNvCxnSpPr>
            <a:stCxn id="13" idx="3"/>
            <a:endCxn id="4" idx="2"/>
          </p:cNvCxnSpPr>
          <p:nvPr/>
        </p:nvCxnSpPr>
        <p:spPr>
          <a:xfrm flipV="1">
            <a:off x="8136017" y="939942"/>
            <a:ext cx="2202496" cy="10591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87FC8C2E-D2B8-A8A1-91B1-16601F6AF2DA}"/>
              </a:ext>
            </a:extLst>
          </p:cNvPr>
          <p:cNvCxnSpPr>
            <a:stCxn id="16" idx="3"/>
            <a:endCxn id="4" idx="3"/>
          </p:cNvCxnSpPr>
          <p:nvPr/>
        </p:nvCxnSpPr>
        <p:spPr>
          <a:xfrm flipV="1">
            <a:off x="9485621" y="1643209"/>
            <a:ext cx="1602092" cy="26880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ítulo 1">
            <a:extLst>
              <a:ext uri="{FF2B5EF4-FFF2-40B4-BE49-F238E27FC236}">
                <a16:creationId xmlns:a16="http://schemas.microsoft.com/office/drawing/2014/main" id="{F62AE5A7-AE32-4499-79C3-0B8DACA85B2C}"/>
              </a:ext>
            </a:extLst>
          </p:cNvPr>
          <p:cNvSpPr txBox="1">
            <a:spLocks/>
          </p:cNvSpPr>
          <p:nvPr/>
        </p:nvSpPr>
        <p:spPr>
          <a:xfrm>
            <a:off x="104157" y="98087"/>
            <a:ext cx="8256174" cy="11138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Plataforma Nota Nacional</a:t>
            </a:r>
          </a:p>
        </p:txBody>
      </p:sp>
    </p:spTree>
    <p:extLst>
      <p:ext uri="{BB962C8B-B14F-4D97-AF65-F5344CB8AC3E}">
        <p14:creationId xmlns:p14="http://schemas.microsoft.com/office/powerpoint/2010/main" val="151802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B8C4C-4897-EA06-CFFE-F6FC99C3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pt-BR" b="1" dirty="0"/>
              <a:t>Banco de dados Nota Nacional Produção - HUB (Acessível somente do IP 77.37.68.16)</a:t>
            </a:r>
          </a:p>
          <a:p>
            <a:pPr marL="0" indent="0">
              <a:buNone/>
            </a:pPr>
            <a:r>
              <a:rPr lang="pt-BR" dirty="0"/>
              <a:t>Host		: srv1524.hstgr.io ou 193.203.175.97</a:t>
            </a:r>
          </a:p>
          <a:p>
            <a:pPr marL="0" indent="0">
              <a:buNone/>
            </a:pPr>
            <a:r>
              <a:rPr lang="pt-BR" dirty="0"/>
              <a:t>Usuário 		: u496321131_notanacional</a:t>
            </a:r>
          </a:p>
          <a:p>
            <a:pPr marL="0" indent="0">
              <a:buNone/>
            </a:pPr>
            <a:r>
              <a:rPr lang="pt-BR" dirty="0"/>
              <a:t>Senha 		: w2n5ff2nPKohb87FV5Khur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Banco de dados Nota Nacional Homologação - HUB (Acessível de todos os locais)</a:t>
            </a:r>
          </a:p>
          <a:p>
            <a:pPr marL="0" indent="0">
              <a:buNone/>
            </a:pPr>
            <a:r>
              <a:rPr lang="pt-BR" dirty="0"/>
              <a:t>Host		: srv1524.hstgr.io ou 193.203.175.97</a:t>
            </a:r>
          </a:p>
          <a:p>
            <a:pPr marL="0" indent="0">
              <a:buNone/>
            </a:pPr>
            <a:r>
              <a:rPr lang="pt-BR" dirty="0"/>
              <a:t>Usuário 		: u496321131_h_notanacional</a:t>
            </a:r>
          </a:p>
          <a:p>
            <a:pPr marL="0" indent="0">
              <a:buNone/>
            </a:pPr>
            <a:r>
              <a:rPr lang="pt-BR" dirty="0"/>
              <a:t>Senha 		: U234w0QCpAOOwf7ZBVgj26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Banco de dados Nota Nacional Produção - APP (Acessível somente do IP 77.37.68.16)</a:t>
            </a:r>
          </a:p>
          <a:p>
            <a:pPr marL="0" indent="0">
              <a:buNone/>
            </a:pPr>
            <a:r>
              <a:rPr lang="pt-BR" dirty="0"/>
              <a:t>Host		: srv1524.hstgr.io ou 193.203.175.97</a:t>
            </a:r>
          </a:p>
          <a:p>
            <a:pPr marL="0" indent="0">
              <a:buNone/>
            </a:pPr>
            <a:r>
              <a:rPr lang="pt-BR" dirty="0"/>
              <a:t>Usuário 		: u496321131_nfseClient</a:t>
            </a:r>
          </a:p>
          <a:p>
            <a:pPr marL="0" indent="0">
              <a:buNone/>
            </a:pPr>
            <a:r>
              <a:rPr lang="pt-BR" dirty="0"/>
              <a:t>Senha 		: EkwZ8rHJEZrd4L3m1CzAhg5v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Banco de dados Nota Nacional Homologação - APP (Acessível de todos os locais)</a:t>
            </a:r>
          </a:p>
          <a:p>
            <a:pPr marL="0" indent="0">
              <a:buNone/>
            </a:pPr>
            <a:r>
              <a:rPr lang="pt-BR" dirty="0"/>
              <a:t>Host		: srv1524.hstgr.io ou 193.203.175.97</a:t>
            </a:r>
          </a:p>
          <a:p>
            <a:pPr marL="0" indent="0">
              <a:buNone/>
            </a:pPr>
            <a:r>
              <a:rPr lang="pt-BR" dirty="0"/>
              <a:t>Usuário 		: u496321131_h_nfseClient</a:t>
            </a:r>
          </a:p>
          <a:p>
            <a:pPr marL="0" indent="0">
              <a:buNone/>
            </a:pPr>
            <a:r>
              <a:rPr lang="pt-BR" dirty="0"/>
              <a:t>Senha 		: U234w0QCpAOOwf7ZBVgj26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9E95C16-D127-30DE-3E43-3B94DB9CB917}"/>
              </a:ext>
            </a:extLst>
          </p:cNvPr>
          <p:cNvSpPr txBox="1">
            <a:spLocks/>
          </p:cNvSpPr>
          <p:nvPr/>
        </p:nvSpPr>
        <p:spPr>
          <a:xfrm>
            <a:off x="104157" y="98087"/>
            <a:ext cx="8256174" cy="11138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Plataforma Nota Nacional</a:t>
            </a:r>
          </a:p>
        </p:txBody>
      </p:sp>
    </p:spTree>
    <p:extLst>
      <p:ext uri="{BB962C8B-B14F-4D97-AF65-F5344CB8AC3E}">
        <p14:creationId xmlns:p14="http://schemas.microsoft.com/office/powerpoint/2010/main" val="108103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D99E88-B21D-FA2D-A0D7-4B9D8524EA39}"/>
              </a:ext>
            </a:extLst>
          </p:cNvPr>
          <p:cNvSpPr txBox="1">
            <a:spLocks/>
          </p:cNvSpPr>
          <p:nvPr/>
        </p:nvSpPr>
        <p:spPr>
          <a:xfrm>
            <a:off x="104157" y="98087"/>
            <a:ext cx="8256174" cy="11138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Plataforma Nota Nacional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BBDF99-3D28-57EA-1318-F1BB784BDD77}"/>
              </a:ext>
            </a:extLst>
          </p:cNvPr>
          <p:cNvSpPr txBox="1"/>
          <p:nvPr/>
        </p:nvSpPr>
        <p:spPr>
          <a:xfrm>
            <a:off x="200025" y="1467439"/>
            <a:ext cx="579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https://hom-notanacional.virtual.app.br</a:t>
            </a:r>
          </a:p>
          <a:p>
            <a:r>
              <a:rPr lang="pt-BR" dirty="0"/>
              <a:t>https://hom-app.notanacional.virtual.app.br</a:t>
            </a:r>
          </a:p>
          <a:p>
            <a:r>
              <a:rPr lang="pt-BR" dirty="0"/>
              <a:t>https://hom-notanacional-hub.virtual.app.br</a:t>
            </a:r>
          </a:p>
          <a:p>
            <a:r>
              <a:rPr lang="pt-BR" dirty="0"/>
              <a:t>https://hom-notanacional-hub-api.virtual.app.br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6A8ACA-C49A-E185-7488-5B52FFAB837C}"/>
              </a:ext>
            </a:extLst>
          </p:cNvPr>
          <p:cNvSpPr/>
          <p:nvPr/>
        </p:nvSpPr>
        <p:spPr>
          <a:xfrm>
            <a:off x="0" y="5772150"/>
            <a:ext cx="12192000" cy="1085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67B7233-2423-AD85-5D5B-4D2F63643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49" y="5919787"/>
            <a:ext cx="238125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F3659E51-972A-8AD6-4F07-5065C395C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3" y="5948362"/>
            <a:ext cx="7334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1289745-E347-EEF8-8197-3E6F4BEFD372}"/>
              </a:ext>
            </a:extLst>
          </p:cNvPr>
          <p:cNvSpPr txBox="1"/>
          <p:nvPr/>
        </p:nvSpPr>
        <p:spPr>
          <a:xfrm>
            <a:off x="7353298" y="6048375"/>
            <a:ext cx="214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 Black" panose="020B0A04020102020204" pitchFamily="34" charset="0"/>
              </a:rPr>
              <a:t>Sistema Virtual</a:t>
            </a:r>
          </a:p>
        </p:txBody>
      </p:sp>
    </p:spTree>
    <p:extLst>
      <p:ext uri="{BB962C8B-B14F-4D97-AF65-F5344CB8AC3E}">
        <p14:creationId xmlns:p14="http://schemas.microsoft.com/office/powerpoint/2010/main" val="19019061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280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Inter Variable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Pacheco</dc:creator>
  <cp:lastModifiedBy>Carlos Pacheco</cp:lastModifiedBy>
  <cp:revision>8</cp:revision>
  <dcterms:created xsi:type="dcterms:W3CDTF">2026-02-13T14:37:09Z</dcterms:created>
  <dcterms:modified xsi:type="dcterms:W3CDTF">2026-02-13T19:09:13Z</dcterms:modified>
</cp:coreProperties>
</file>